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070688-624B-69BF-71EE-DC61E45856DC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0940A-0DF2-4D74-ED0D-D30B9140095C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420475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60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11</cp:revision>
  <dcterms:created xsi:type="dcterms:W3CDTF">2024-05-31T01:13:48Z</dcterms:created>
  <dcterms:modified xsi:type="dcterms:W3CDTF">2026-07-25T21:10:53Z</dcterms:modified>
</cp:coreProperties>
</file>