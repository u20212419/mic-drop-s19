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67" r:id="rId5"/>
    <p:sldId id="269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16/09/2026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90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{review1}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83AEF4-CA3F-3A3B-824C-B45678D3BAF3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{review3}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37FB3-FEDC-E88E-FBC7-7B6742E777C4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s-P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{avatar}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186528-021D-C28E-E6DE-C3847D65DD0C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84422F-BEB0-7F1C-1CD2-D6370BD0550E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76FA9D-2AEB-A467-6288-2995931A44BB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</p:spTree>
    <p:extLst>
      <p:ext uri="{BB962C8B-B14F-4D97-AF65-F5344CB8AC3E}">
        <p14:creationId xmlns:p14="http://schemas.microsoft.com/office/powerpoint/2010/main" val="380630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{review3}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C678E1-47CE-1EEC-C08C-00D49D2B736E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#{p}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5A037FB3-FEDC-E88E-FBC7-7B6742E777C4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{avatar}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4B2F4-FC69-71EC-0EDA-1B8053E4AE4D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FCD50-3569-2620-25DF-2E0F757A60DC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1D63B-C2AA-2DA1-7320-D88C9CC66D2A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</p:spTree>
    <p:extLst>
      <p:ext uri="{BB962C8B-B14F-4D97-AF65-F5344CB8AC3E}">
        <p14:creationId xmlns:p14="http://schemas.microsoft.com/office/powerpoint/2010/main" val="76203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{review3}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0B04EA-A457-2B7E-61DC-54F84DA0DA27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B61ED1-870B-8DA1-D479-8273996F77C2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{avatar}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F6D7F-F105-406E-5309-6E9A241077C3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E0E386-6248-41C6-44C0-1DDADCD0F0C0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159FB1-5BB2-69C5-3451-1D5151C45899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</p:spTree>
    <p:extLst>
      <p:ext uri="{BB962C8B-B14F-4D97-AF65-F5344CB8AC3E}">
        <p14:creationId xmlns:p14="http://schemas.microsoft.com/office/powerpoint/2010/main" val="2927435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{review3}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53354E-3BDC-C9EB-5CE6-A6CD41B932F2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141C4-C40A-0DE9-4E43-F46DFF07B44C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{avatar}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A7B2D-D805-801F-95FC-DE31D9767588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A659D-2043-B285-5AED-78109FD3B679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757AB1-A105-591D-83DC-0472DFA66BA7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</p:spTree>
    <p:extLst>
      <p:ext uri="{BB962C8B-B14F-4D97-AF65-F5344CB8AC3E}">
        <p14:creationId xmlns:p14="http://schemas.microsoft.com/office/powerpoint/2010/main" val="44237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kumimoji="0" lang="es-PE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</a:t>
            </a: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{review3}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DCFA84-AB3F-9B52-39EB-3728F1C93DE9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E52B4-092C-0F61-D1CF-C6A32FF10C07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{avatar}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B4034-B3DD-D0AF-BEBD-81A85A8744C4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44A73-62C1-6E90-E654-73BBDAF87538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CBD86-384B-47B9-C2C8-99BA1EB33D25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</p:spTree>
    <p:extLst>
      <p:ext uri="{BB962C8B-B14F-4D97-AF65-F5344CB8AC3E}">
        <p14:creationId xmlns:p14="http://schemas.microsoft.com/office/powerpoint/2010/main" val="411594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240</Words>
  <Application>Microsoft Office PowerPoint</Application>
  <PresentationFormat>Widescreen</PresentationFormat>
  <Paragraphs>80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14</cp:revision>
  <dcterms:created xsi:type="dcterms:W3CDTF">2024-05-31T01:13:48Z</dcterms:created>
  <dcterms:modified xsi:type="dcterms:W3CDTF">2026-09-16T22:48:50Z</dcterms:modified>
</cp:coreProperties>
</file>