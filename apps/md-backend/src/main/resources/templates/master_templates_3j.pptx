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5" r:id="rId4"/>
    <p:sldId id="267" r:id="rId5"/>
    <p:sldId id="269" r:id="rId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11/09/2026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  <a:r>
              <a:rPr lang="es-PE" sz="3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  <a:r>
              <a:rPr lang="es-PE" sz="3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avg</a:t>
            </a:r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90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{review1}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83AEF4-CA3F-3A3B-824C-B45678D3BAF3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{review3}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37FB3-FEDC-E88E-FBC7-7B6742E777C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s-PE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3806304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C678E1-47CE-1EEC-C08C-00D49D2B736E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5A037FB3-FEDC-E88E-FBC7-7B6742E777C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762038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0B04EA-A457-2B7E-61DC-54F84DA0DA2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B61ED1-870B-8DA1-D479-8273996F77C2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2927435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53354E-3BDC-C9EB-5CE6-A6CD41B932F2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141C4-C40A-0DE9-4E43-F46DFF07B44C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442374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FDCFA84-AB3F-9B52-39EB-3728F1C93DE9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E52B4-092C-0F61-D1CF-C6A32FF10C07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4115942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240</Words>
  <Application>Microsoft Office PowerPoint</Application>
  <PresentationFormat>Widescreen</PresentationFormat>
  <Paragraphs>80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12</cp:revision>
  <dcterms:created xsi:type="dcterms:W3CDTF">2024-05-31T01:13:48Z</dcterms:created>
  <dcterms:modified xsi:type="dcterms:W3CDTF">2026-09-11T16:15:42Z</dcterms:modified>
</cp:coreProperties>
</file>