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BB92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7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1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44788-F401-11AE-A1F9-81CCAC39F8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0F53C5-CF7A-40B2-5CF4-FDD1D6226B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38B95F-B8B2-14D4-119E-D4C954699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25/07/2026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9879A5-5835-6D82-A2CD-D54C6A93B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C7ABDD-42F2-2011-6C0D-4F709D0D9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73335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392EF-63AA-C5E2-8036-94BC3201B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DA7E5E-3BFA-DAF1-DF4A-46155AF156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37907E-1A44-F559-0B8C-D0E0357D9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25/07/2026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55F7F4-CE78-00C5-2221-395B901F9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4952EE-AE85-1456-41A3-74F918150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35770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890C4-44EA-A986-8A98-FA5A38CE1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39FB82-A927-E5C4-E2B8-7B59B9F698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90F2D4-F634-F1F9-00C5-9193D9509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25/07/2026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AF37D8-2EEC-0867-1F29-9795B4853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38A27D-C9E1-C595-20C4-C2CFEDAF5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95677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F88B6-6457-835A-E749-56D36CF77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CA9BEF-6A16-3AD0-C139-9FAE7E2200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0FEF32-C072-A499-A178-FA0759EFD1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D0D8F9-29D9-17A2-86B5-2AE7926A0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25/07/2026</a:t>
            </a:fld>
            <a:endParaRPr lang="es-P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CCA77D-4FF4-5967-4965-1F9D1BD6E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FE32F6-14BA-3B02-B4D8-767964860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963542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3513E-9092-1018-A0C4-AA10FB1A2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66B4B1-7652-96B9-6468-1DEB8D1F02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15A0CE-AB8F-9615-FCD5-28D5F54520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167BC6-F649-BEF8-0B8F-E10C6F8B27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9E25AB-3ADB-5450-3FDC-65B1AEA57F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3466B8-15F6-E5C7-6238-262638A75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25/07/2026</a:t>
            </a:fld>
            <a:endParaRPr lang="es-P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CBF6C5-B8C2-D0FF-3807-0B09F3698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45BB8D-B32B-7B10-9787-36661876A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62834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91F45-A01F-E5C8-7CFC-71937A868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114BB4-7F44-D352-18D2-8204DA38B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25/07/2026</a:t>
            </a:fld>
            <a:endParaRPr lang="es-P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EB43D2-16B3-BCF6-F13C-8039EBF49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59149A-B4A2-A262-4AC7-05842A345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46909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DDA5A8-E1DE-8873-D83E-36BB89011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25/07/2026</a:t>
            </a:fld>
            <a:endParaRPr lang="es-P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AEAF48-66D2-25A9-5871-894D51205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2C1F6A-8DE5-3B58-2FDD-7781DA41A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558521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FD804-AF42-13AA-B110-2905DF2DF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5936E9-6991-CD24-4CDE-D817195A77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07F787-A446-BFE9-E7AD-DD76BECC3B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9AEF64-B5C5-1C16-FF76-01C83B9FB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25/07/2026</a:t>
            </a:fld>
            <a:endParaRPr lang="es-P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5FADEB-AC6C-7339-BA1F-233774E30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514D43-30A9-BC53-B8F7-504350713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00899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09D5E-2C27-948E-76EA-40837926F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8F5735-F809-D445-1655-6F3AB8478A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B2E281-EC8B-5BFE-4BC1-C0797D7413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79B460-4450-479F-CF89-21D5E336A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25/07/2026</a:t>
            </a:fld>
            <a:endParaRPr lang="es-P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507220-197B-B0A2-FB0C-F83FF5D8A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C42422-49B3-9438-59A3-EAE171B0E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024562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17BF8-2F5B-F0F7-F1DD-C7DA3FE24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6A1991-F6C4-BB9D-44EB-309F058BDA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C67F04-6FC9-6180-FFD5-BDD63A491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25/07/2026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265EA-2660-447D-A003-FA467DF1A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FF9162-42D4-EE39-43A5-55C13E363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41701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5F3509-20FD-9897-DDCB-31CCE5D2C6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1F53F7-8B1D-A9DB-8EF1-5388885221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381DE7-4137-C71E-E83A-C0F4A32F7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25/07/2026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F49E8E-10D8-D45D-AEC7-37DAE45F2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73577D-B4E7-6A74-F7B3-08C59B3B9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411945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3BD700-033F-282A-FACA-14B18B33A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A79BBD-05D1-3AF2-CC73-C49EED75DB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CE81F9-C88B-4E5A-EDFA-D81F66AD7F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F062A3-8868-478A-95F9-B75BA86CF6E5}" type="datetimeFigureOut">
              <a:rPr lang="es-PE" smtClean="0"/>
              <a:t>25/07/2026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A2D667-C522-FC20-153E-1D5F8B5537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C0AFE-854C-D811-1B93-C86EE4DC16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79273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4F3A7F2-75AB-4F02-8555-B55FF8D0E32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0000"/>
            </a:blip>
            <a:srcRect/>
            <a:stretch>
              <a:fillRect/>
            </a:stretch>
          </a:blip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9525DB4-5DA2-6E19-0C8F-592C6DBC768E}"/>
              </a:ext>
            </a:extLst>
          </p:cNvPr>
          <p:cNvSpPr/>
          <p:nvPr/>
        </p:nvSpPr>
        <p:spPr>
          <a:xfrm>
            <a:off x="455055" y="455054"/>
            <a:ext cx="11281889" cy="953478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3600" b="1" dirty="0"/>
              <a:t>{</a:t>
            </a:r>
            <a:r>
              <a:rPr lang="es-PE" sz="3600" b="1" dirty="0" err="1"/>
              <a:t>name</a:t>
            </a:r>
            <a:r>
              <a:rPr lang="es-PE" sz="3600" b="1" dirty="0"/>
              <a:t>}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4D609CB-C634-969C-F6FC-FA71630E5209}"/>
              </a:ext>
            </a:extLst>
          </p:cNvPr>
          <p:cNvSpPr/>
          <p:nvPr/>
        </p:nvSpPr>
        <p:spPr>
          <a:xfrm>
            <a:off x="9806940" y="455054"/>
            <a:ext cx="1930003" cy="953478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3600" b="1" dirty="0"/>
              <a:t>{</a:t>
            </a:r>
            <a:r>
              <a:rPr lang="es-PE" sz="3600" b="1" dirty="0" err="1"/>
              <a:t>avg</a:t>
            </a:r>
            <a:r>
              <a:rPr lang="es-PE" sz="3600" b="1" dirty="0"/>
              <a:t>}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2EF5E34-6C64-3857-C976-9D5EB1BC9C19}"/>
              </a:ext>
            </a:extLst>
          </p:cNvPr>
          <p:cNvSpPr/>
          <p:nvPr/>
        </p:nvSpPr>
        <p:spPr>
          <a:xfrm>
            <a:off x="455054" y="1741860"/>
            <a:ext cx="11281889" cy="1083014"/>
          </a:xfrm>
          <a:prstGeom prst="roundRect">
            <a:avLst>
              <a:gd name="adj" fmla="val 17454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3600" b="1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AE4D40A-CCAB-BC6C-F79F-F97D21D54D82}"/>
              </a:ext>
            </a:extLst>
          </p:cNvPr>
          <p:cNvSpPr/>
          <p:nvPr/>
        </p:nvSpPr>
        <p:spPr>
          <a:xfrm>
            <a:off x="455054" y="1741860"/>
            <a:ext cx="11281889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b="1" dirty="0"/>
              <a:t>{song1}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26D4FA0-B276-D766-004F-509A48C8FEE5}"/>
              </a:ext>
            </a:extLst>
          </p:cNvPr>
          <p:cNvSpPr/>
          <p:nvPr/>
        </p:nvSpPr>
        <p:spPr>
          <a:xfrm>
            <a:off x="455054" y="1741860"/>
            <a:ext cx="226909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b="1" dirty="0"/>
              <a:t>{judge1}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196377C-791F-ACA7-077E-DE9079076AD4}"/>
              </a:ext>
            </a:extLst>
          </p:cNvPr>
          <p:cNvSpPr/>
          <p:nvPr/>
        </p:nvSpPr>
        <p:spPr>
          <a:xfrm>
            <a:off x="10530837" y="1741860"/>
            <a:ext cx="120610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b="1" dirty="0"/>
              <a:t>{score1}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AE959FD2-6280-CA53-896C-DB8AE35005A3}"/>
              </a:ext>
            </a:extLst>
          </p:cNvPr>
          <p:cNvSpPr/>
          <p:nvPr/>
        </p:nvSpPr>
        <p:spPr>
          <a:xfrm>
            <a:off x="455054" y="5319932"/>
            <a:ext cx="11281889" cy="1083014"/>
          </a:xfrm>
          <a:prstGeom prst="roundRect">
            <a:avLst>
              <a:gd name="adj" fmla="val 17454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3600" b="1" dirty="0"/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357A908F-6973-22F2-013A-F15332CBB7F7}"/>
              </a:ext>
            </a:extLst>
          </p:cNvPr>
          <p:cNvSpPr/>
          <p:nvPr/>
        </p:nvSpPr>
        <p:spPr>
          <a:xfrm>
            <a:off x="455054" y="5319932"/>
            <a:ext cx="11281889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b="1" dirty="0"/>
              <a:t>{song4}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78BC3388-3421-9C31-6BBF-0A081FE51714}"/>
              </a:ext>
            </a:extLst>
          </p:cNvPr>
          <p:cNvSpPr/>
          <p:nvPr/>
        </p:nvSpPr>
        <p:spPr>
          <a:xfrm>
            <a:off x="455054" y="5319932"/>
            <a:ext cx="226909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b="1" dirty="0"/>
              <a:t>{judge4}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5ED863FB-50E1-2E5F-887B-3CEC7EB01D01}"/>
              </a:ext>
            </a:extLst>
          </p:cNvPr>
          <p:cNvSpPr/>
          <p:nvPr/>
        </p:nvSpPr>
        <p:spPr>
          <a:xfrm>
            <a:off x="10530837" y="5319932"/>
            <a:ext cx="120610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b="1" dirty="0"/>
              <a:t>{score4}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FF21113F-ACF3-7C28-47EE-66023551BA26}"/>
              </a:ext>
            </a:extLst>
          </p:cNvPr>
          <p:cNvSpPr/>
          <p:nvPr/>
        </p:nvSpPr>
        <p:spPr>
          <a:xfrm>
            <a:off x="455054" y="4123358"/>
            <a:ext cx="11281889" cy="1083014"/>
          </a:xfrm>
          <a:prstGeom prst="roundRect">
            <a:avLst>
              <a:gd name="adj" fmla="val 17454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3600" b="1" dirty="0"/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AD1084D5-F6E8-E608-8CDF-7607D1452617}"/>
              </a:ext>
            </a:extLst>
          </p:cNvPr>
          <p:cNvSpPr/>
          <p:nvPr/>
        </p:nvSpPr>
        <p:spPr>
          <a:xfrm>
            <a:off x="455054" y="4123358"/>
            <a:ext cx="11281889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b="1" dirty="0"/>
              <a:t>{song3}</a:t>
            </a: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8982E8ED-46F5-FD75-3AD5-3C222E7D267B}"/>
              </a:ext>
            </a:extLst>
          </p:cNvPr>
          <p:cNvSpPr/>
          <p:nvPr/>
        </p:nvSpPr>
        <p:spPr>
          <a:xfrm>
            <a:off x="455054" y="4123358"/>
            <a:ext cx="226909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b="1" dirty="0"/>
              <a:t>{judge3}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134148CF-8F15-E4E0-20CC-9BA18894B119}"/>
              </a:ext>
            </a:extLst>
          </p:cNvPr>
          <p:cNvSpPr/>
          <p:nvPr/>
        </p:nvSpPr>
        <p:spPr>
          <a:xfrm>
            <a:off x="10530837" y="4123358"/>
            <a:ext cx="120610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b="1" dirty="0"/>
              <a:t>{score3}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BFFB6CDA-6FC7-90E8-3AFF-619CB8FAA918}"/>
              </a:ext>
            </a:extLst>
          </p:cNvPr>
          <p:cNvSpPr/>
          <p:nvPr/>
        </p:nvSpPr>
        <p:spPr>
          <a:xfrm>
            <a:off x="455055" y="2930814"/>
            <a:ext cx="11281889" cy="1083014"/>
          </a:xfrm>
          <a:prstGeom prst="roundRect">
            <a:avLst>
              <a:gd name="adj" fmla="val 17454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3600" b="1" dirty="0"/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273C4AC8-A935-9A76-35A9-6B4E48045CD1}"/>
              </a:ext>
            </a:extLst>
          </p:cNvPr>
          <p:cNvSpPr/>
          <p:nvPr/>
        </p:nvSpPr>
        <p:spPr>
          <a:xfrm>
            <a:off x="455055" y="2930814"/>
            <a:ext cx="11281889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b="1" dirty="0"/>
              <a:t>{song2}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50CDE001-4231-71A0-032F-1DF2D99411BD}"/>
              </a:ext>
            </a:extLst>
          </p:cNvPr>
          <p:cNvSpPr/>
          <p:nvPr/>
        </p:nvSpPr>
        <p:spPr>
          <a:xfrm>
            <a:off x="455055" y="2930814"/>
            <a:ext cx="226909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b="1" dirty="0"/>
              <a:t>{judge2}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557F0C5E-0F58-AD83-FC0E-8E551B8C1AD2}"/>
              </a:ext>
            </a:extLst>
          </p:cNvPr>
          <p:cNvSpPr/>
          <p:nvPr/>
        </p:nvSpPr>
        <p:spPr>
          <a:xfrm>
            <a:off x="10530838" y="2930814"/>
            <a:ext cx="120610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b="1" dirty="0"/>
              <a:t>{score2}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967A23A3-A428-4732-4B9C-30AA2111B6A2}"/>
              </a:ext>
            </a:extLst>
          </p:cNvPr>
          <p:cNvSpPr/>
          <p:nvPr/>
        </p:nvSpPr>
        <p:spPr>
          <a:xfrm>
            <a:off x="621026" y="2151078"/>
            <a:ext cx="10949941" cy="6493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400" dirty="0"/>
              <a:t>{review1}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53138DD0-7645-22B9-00E3-66A26031B9FA}"/>
              </a:ext>
            </a:extLst>
          </p:cNvPr>
          <p:cNvSpPr/>
          <p:nvPr/>
        </p:nvSpPr>
        <p:spPr>
          <a:xfrm>
            <a:off x="621026" y="3339699"/>
            <a:ext cx="10949941" cy="6493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400" dirty="0"/>
              <a:t>{review2}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0407C15-48F3-D416-C2A4-88A1495E0128}"/>
              </a:ext>
            </a:extLst>
          </p:cNvPr>
          <p:cNvSpPr/>
          <p:nvPr/>
        </p:nvSpPr>
        <p:spPr>
          <a:xfrm>
            <a:off x="621025" y="4532243"/>
            <a:ext cx="10949941" cy="6493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400" dirty="0"/>
              <a:t>{review3}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1E394132-E5B7-91C7-DC68-DF78B646E910}"/>
              </a:ext>
            </a:extLst>
          </p:cNvPr>
          <p:cNvSpPr/>
          <p:nvPr/>
        </p:nvSpPr>
        <p:spPr>
          <a:xfrm>
            <a:off x="621025" y="5728817"/>
            <a:ext cx="10949941" cy="6493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400" dirty="0"/>
              <a:t>{review4}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90C9279-38AE-1D48-02D9-353066EF3B14}"/>
              </a:ext>
            </a:extLst>
          </p:cNvPr>
          <p:cNvSpPr/>
          <p:nvPr/>
        </p:nvSpPr>
        <p:spPr>
          <a:xfrm>
            <a:off x="455053" y="455054"/>
            <a:ext cx="2586624" cy="953478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36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A9AF9D-637C-1997-9984-79FD61022743}"/>
              </a:ext>
            </a:extLst>
          </p:cNvPr>
          <p:cNvSpPr txBox="1"/>
          <p:nvPr/>
        </p:nvSpPr>
        <p:spPr>
          <a:xfrm>
            <a:off x="2087677" y="455054"/>
            <a:ext cx="954000" cy="953478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>
            <a:defPPr>
              <a:defRPr lang="es-P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PE" dirty="0">
                <a:solidFill>
                  <a:schemeClr val="bg1"/>
                </a:solidFill>
              </a:rPr>
              <a:t>{avatar}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EB568AF-09CB-168F-F1ED-2A5B613F04C7}"/>
              </a:ext>
            </a:extLst>
          </p:cNvPr>
          <p:cNvSpPr/>
          <p:nvPr/>
        </p:nvSpPr>
        <p:spPr>
          <a:xfrm>
            <a:off x="455054" y="455054"/>
            <a:ext cx="1632623" cy="953478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3600" b="1" dirty="0"/>
              <a:t>#{p}</a:t>
            </a:r>
          </a:p>
        </p:txBody>
      </p:sp>
    </p:spTree>
    <p:extLst>
      <p:ext uri="{BB962C8B-B14F-4D97-AF65-F5344CB8AC3E}">
        <p14:creationId xmlns:p14="http://schemas.microsoft.com/office/powerpoint/2010/main" val="36832132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60</Words>
  <Application>Microsoft Office PowerPoint</Application>
  <PresentationFormat>Widescreen</PresentationFormat>
  <Paragraphs>20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Flavio Huamán</dc:creator>
  <cp:lastModifiedBy>Flavio Angello</cp:lastModifiedBy>
  <cp:revision>10</cp:revision>
  <dcterms:created xsi:type="dcterms:W3CDTF">2024-05-31T01:13:48Z</dcterms:created>
  <dcterms:modified xsi:type="dcterms:W3CDTF">2026-07-25T21:12:38Z</dcterms:modified>
</cp:coreProperties>
</file>