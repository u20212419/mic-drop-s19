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67" r:id="rId5"/>
    <p:sldId id="269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90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{reasoning1}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{reasoning2}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{reasoning3}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86528-021D-C28E-E6DE-C3847D65DD0C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84422F-BEB0-7F1C-1CD2-D6370BD0550E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76FA9D-2AEB-A467-6288-2995931A44BB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</p:spTree>
    <p:extLst>
      <p:ext uri="{BB962C8B-B14F-4D97-AF65-F5344CB8AC3E}">
        <p14:creationId xmlns:p14="http://schemas.microsoft.com/office/powerpoint/2010/main" val="380630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4B2F4-FC69-71EC-0EDA-1B8053E4AE4D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FCD50-3569-2620-25DF-2E0F757A60DC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1D63B-C2AA-2DA1-7320-D88C9CC66D2A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97843C-1B76-FE46-598B-076B1628BA2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03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F6D7F-F105-406E-5309-6E9A241077C3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0E386-6248-41C6-44C0-1DDADCD0F0C0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159FB1-5BB2-69C5-3451-1D5151C45899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9EF111-45BE-F7C7-EFA4-D77EBD202514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43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A7B2D-D805-801F-95FC-DE31D9767588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A659D-2043-B285-5AED-78109FD3B679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757AB1-A105-591D-83DC-0472DFA66BA7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5BA779-E1FC-89ED-262D-BDCD402F2DB8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37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B4034-B3DD-D0AF-BEBD-81A85A8744C4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44A73-62C1-6E90-E654-73BBDAF87538}"/>
              </a:ext>
            </a:extLst>
          </p:cNvPr>
          <p:cNvSpPr txBox="1"/>
          <p:nvPr/>
        </p:nvSpPr>
        <p:spPr>
          <a:xfrm>
            <a:off x="2724150" y="3380781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CBD86-384B-47B9-C2C8-99BA1EB33D25}"/>
              </a:ext>
            </a:extLst>
          </p:cNvPr>
          <p:cNvSpPr txBox="1"/>
          <p:nvPr/>
        </p:nvSpPr>
        <p:spPr>
          <a:xfrm>
            <a:off x="2724150" y="4990126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2E6AE2-B83E-FF91-1B8C-A37631E01343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94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19</cp:revision>
  <dcterms:created xsi:type="dcterms:W3CDTF">2024-05-31T01:13:48Z</dcterms:created>
  <dcterms:modified xsi:type="dcterms:W3CDTF">2026-10-13T23:39:42Z</dcterms:modified>
</cp:coreProperties>
</file>