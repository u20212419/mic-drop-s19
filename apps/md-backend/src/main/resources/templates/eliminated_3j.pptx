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9" r:id="rId2"/>
  </p:sldIdLst>
  <p:sldSz cx="12192000" cy="6858000"/>
  <p:notesSz cx="6858000" cy="9144000"/>
  <p:defaultTextStyle>
    <a:defPPr>
      <a:defRPr lang="es-P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BB92D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77" autoAdjust="0"/>
    <p:restoredTop sz="94660"/>
  </p:normalViewPr>
  <p:slideViewPr>
    <p:cSldViewPr snapToGrid="0">
      <p:cViewPr varScale="1">
        <p:scale>
          <a:sx n="108" d="100"/>
          <a:sy n="108" d="100"/>
        </p:scale>
        <p:origin x="618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E44788-F401-11AE-A1F9-81CCAC39F86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s-P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10F53C5-CF7A-40B2-5CF4-FDD1D6226B4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s-P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38B95F-B8B2-14D4-119E-D4C9546997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F062A3-8868-478A-95F9-B75BA86CF6E5}" type="datetimeFigureOut">
              <a:rPr lang="es-PE" smtClean="0"/>
              <a:t>25/07/2026</a:t>
            </a:fld>
            <a:endParaRPr lang="es-P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9879A5-5835-6D82-A2CD-D54C6A93B2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C7ABDD-42F2-2011-6C0D-4F709D0D9B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D9FD71-481A-4E56-A8A8-65D8DC8D610E}" type="slidenum">
              <a:rPr lang="es-PE" smtClean="0"/>
              <a:t>‹#›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8733357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6392EF-63AA-C5E2-8036-94BC3201BD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P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DA7E5E-3BFA-DAF1-DF4A-46155AF156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P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37907E-1A44-F559-0B8C-D0E0357D97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F062A3-8868-478A-95F9-B75BA86CF6E5}" type="datetimeFigureOut">
              <a:rPr lang="es-PE" smtClean="0"/>
              <a:t>25/07/2026</a:t>
            </a:fld>
            <a:endParaRPr lang="es-P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55F7F4-CE78-00C5-2221-395B901F99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4952EE-AE85-1456-41A3-74F9181504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D9FD71-481A-4E56-A8A8-65D8DC8D610E}" type="slidenum">
              <a:rPr lang="es-PE" smtClean="0"/>
              <a:t>‹#›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1357704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F890C4-44EA-A986-8A98-FA5A38CE12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s-P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39FB82-A927-E5C4-E2B8-7B59B9F698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90F2D4-F634-F1F9-00C5-9193D9509D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F062A3-8868-478A-95F9-B75BA86CF6E5}" type="datetimeFigureOut">
              <a:rPr lang="es-PE" smtClean="0"/>
              <a:t>25/07/2026</a:t>
            </a:fld>
            <a:endParaRPr lang="es-P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AF37D8-2EEC-0867-1F29-9795B4853C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38A27D-C9E1-C595-20C4-C2CFEDAF54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D9FD71-481A-4E56-A8A8-65D8DC8D610E}" type="slidenum">
              <a:rPr lang="es-PE" smtClean="0"/>
              <a:t>‹#›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5956775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3F88B6-6457-835A-E749-56D36CF774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P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CA9BEF-6A16-3AD0-C139-9FAE7E22007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P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0FEF32-C072-A499-A178-FA0759EFD1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P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5D0D8F9-29D9-17A2-86B5-2AE7926A00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F062A3-8868-478A-95F9-B75BA86CF6E5}" type="datetimeFigureOut">
              <a:rPr lang="es-PE" smtClean="0"/>
              <a:t>25/07/2026</a:t>
            </a:fld>
            <a:endParaRPr lang="es-P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FCCA77D-4FF4-5967-4965-1F9D1BD6E5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FE32F6-14BA-3B02-B4D8-7679648602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D9FD71-481A-4E56-A8A8-65D8DC8D610E}" type="slidenum">
              <a:rPr lang="es-PE" smtClean="0"/>
              <a:t>‹#›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1963542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23513E-9092-1018-A0C4-AA10FB1A29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s-P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66B4B1-7652-96B9-6468-1DEB8D1F02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E15A0CE-AB8F-9615-FCD5-28D5F54520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P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7167BC6-F649-BEF8-0B8F-E10C6F8B275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39E25AB-3ADB-5450-3FDC-65B1AEA57FF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P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C3466B8-15F6-E5C7-6238-262638A75D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F062A3-8868-478A-95F9-B75BA86CF6E5}" type="datetimeFigureOut">
              <a:rPr lang="es-PE" smtClean="0"/>
              <a:t>25/07/2026</a:t>
            </a:fld>
            <a:endParaRPr lang="es-P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3CBF6C5-B8C2-D0FF-3807-0B09F3698C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C45BB8D-B32B-7B10-9787-36661876A7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D9FD71-481A-4E56-A8A8-65D8DC8D610E}" type="slidenum">
              <a:rPr lang="es-PE" smtClean="0"/>
              <a:t>‹#›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2628345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391F45-A01F-E5C8-7CFC-71937A8683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P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4114BB4-7F44-D352-18D2-8204DA38BB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F062A3-8868-478A-95F9-B75BA86CF6E5}" type="datetimeFigureOut">
              <a:rPr lang="es-PE" smtClean="0"/>
              <a:t>25/07/2026</a:t>
            </a:fld>
            <a:endParaRPr lang="es-P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CEB43D2-16B3-BCF6-F13C-8039EBF491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F59149A-B4A2-A262-4AC7-05842A3459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D9FD71-481A-4E56-A8A8-65D8DC8D610E}" type="slidenum">
              <a:rPr lang="es-PE" smtClean="0"/>
              <a:t>‹#›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9469097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FDDA5A8-E1DE-8873-D83E-36BB89011A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F062A3-8868-478A-95F9-B75BA86CF6E5}" type="datetimeFigureOut">
              <a:rPr lang="es-PE" smtClean="0"/>
              <a:t>25/07/2026</a:t>
            </a:fld>
            <a:endParaRPr lang="es-P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8AEAF48-66D2-25A9-5871-894D512052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2C1F6A-8DE5-3B58-2FDD-7781DA41A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D9FD71-481A-4E56-A8A8-65D8DC8D610E}" type="slidenum">
              <a:rPr lang="es-PE" smtClean="0"/>
              <a:t>‹#›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40558521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7FD804-AF42-13AA-B110-2905DF2DF4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s-P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5936E9-6991-CD24-4CDE-D817195A77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P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807F787-A446-BFE9-E7AD-DD76BECC3B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29AEF64-B5C5-1C16-FF76-01C83B9FBC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F062A3-8868-478A-95F9-B75BA86CF6E5}" type="datetimeFigureOut">
              <a:rPr lang="es-PE" smtClean="0"/>
              <a:t>25/07/2026</a:t>
            </a:fld>
            <a:endParaRPr lang="es-P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5FADEB-AC6C-7339-BA1F-233774E306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8514D43-30A9-BC53-B8F7-5043507130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D9FD71-481A-4E56-A8A8-65D8DC8D610E}" type="slidenum">
              <a:rPr lang="es-PE" smtClean="0"/>
              <a:t>‹#›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6008992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409D5E-2C27-948E-76EA-40837926F1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s-P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18F5735-F809-D445-1655-6F3AB8478A8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P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B2E281-EC8B-5BFE-4BC1-C0797D74134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C79B460-4450-479F-CF89-21D5E336AB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F062A3-8868-478A-95F9-B75BA86CF6E5}" type="datetimeFigureOut">
              <a:rPr lang="es-PE" smtClean="0"/>
              <a:t>25/07/2026</a:t>
            </a:fld>
            <a:endParaRPr lang="es-P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8507220-197B-B0A2-FB0C-F83FF5D8AB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C42422-49B3-9438-59A3-EAE171B0E0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D9FD71-481A-4E56-A8A8-65D8DC8D610E}" type="slidenum">
              <a:rPr lang="es-PE" smtClean="0"/>
              <a:t>‹#›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8024562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317BF8-2F5B-F0F7-F1DD-C7DA3FE244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P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66A1991-F6C4-BB9D-44EB-309F058BDA7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P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C67F04-6FC9-6180-FFD5-BDD63A491A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F062A3-8868-478A-95F9-B75BA86CF6E5}" type="datetimeFigureOut">
              <a:rPr lang="es-PE" smtClean="0"/>
              <a:t>25/07/2026</a:t>
            </a:fld>
            <a:endParaRPr lang="es-P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9265EA-2660-447D-A003-FA467DF1A3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FF9162-42D4-EE39-43A5-55C13E3632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D9FD71-481A-4E56-A8A8-65D8DC8D610E}" type="slidenum">
              <a:rPr lang="es-PE" smtClean="0"/>
              <a:t>‹#›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2417019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E5F3509-20FD-9897-DDCB-31CCE5D2C6F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s-P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1F53F7-8B1D-A9DB-8EF1-53888852219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P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381DE7-4137-C71E-E83A-C0F4A32F76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F062A3-8868-478A-95F9-B75BA86CF6E5}" type="datetimeFigureOut">
              <a:rPr lang="es-PE" smtClean="0"/>
              <a:t>25/07/2026</a:t>
            </a:fld>
            <a:endParaRPr lang="es-P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F49E8E-10D8-D45D-AEC7-37DAE45F28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73577D-B4E7-6A74-F7B3-08C59B3B91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D9FD71-481A-4E56-A8A8-65D8DC8D610E}" type="slidenum">
              <a:rPr lang="es-PE" smtClean="0"/>
              <a:t>‹#›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4411945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93BD700-033F-282A-FACA-14B18B33A3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s-P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A79BBD-05D1-3AF2-CC73-C49EED75DB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P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CE81F9-C88B-4E5A-EDFA-D81F66AD7FB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F062A3-8868-478A-95F9-B75BA86CF6E5}" type="datetimeFigureOut">
              <a:rPr lang="es-PE" smtClean="0"/>
              <a:t>25/07/2026</a:t>
            </a:fld>
            <a:endParaRPr lang="es-P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A2D667-C522-FC20-153E-1D5F8B55374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P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CC0AFE-854C-D811-1B93-C86EE4DC16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D9FD71-481A-4E56-A8A8-65D8DC8D610E}" type="slidenum">
              <a:rPr lang="es-PE" smtClean="0"/>
              <a:t>‹#›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4792730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P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14F3A7F2-75AB-4F02-8555-B55FF8D0E327}"/>
              </a:ext>
            </a:extLst>
          </p:cNvPr>
          <p:cNvSpPr/>
          <p:nvPr/>
        </p:nvSpPr>
        <p:spPr>
          <a:xfrm>
            <a:off x="-3" y="0"/>
            <a:ext cx="12192000" cy="6858000"/>
          </a:xfrm>
          <a:prstGeom prst="rect">
            <a:avLst/>
          </a:prstGeom>
          <a:blipFill dpi="0" rotWithShape="1">
            <a:blip r:embed="rId2">
              <a:alphaModFix amt="40000"/>
            </a:blip>
            <a:srcRect/>
            <a:stretch>
              <a:fillRect/>
            </a:stretch>
          </a:blipFill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89525DB4-5DA2-6E19-0C8F-592C6DBC768E}"/>
              </a:ext>
            </a:extLst>
          </p:cNvPr>
          <p:cNvSpPr/>
          <p:nvPr/>
        </p:nvSpPr>
        <p:spPr>
          <a:xfrm>
            <a:off x="455055" y="455054"/>
            <a:ext cx="11281889" cy="953478"/>
          </a:xfrm>
          <a:prstGeom prst="roundRect">
            <a:avLst>
              <a:gd name="adj" fmla="val 50000"/>
            </a:avLst>
          </a:prstGeom>
          <a:solidFill>
            <a:srgbClr val="000000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sz="3600" b="1" dirty="0"/>
              <a:t>{</a:t>
            </a:r>
            <a:r>
              <a:rPr lang="es-PE" sz="3600" b="1" dirty="0" err="1"/>
              <a:t>name</a:t>
            </a:r>
            <a:r>
              <a:rPr lang="es-PE" sz="3600" b="1" dirty="0"/>
              <a:t>}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14D609CB-C634-969C-F6FC-FA71630E5209}"/>
              </a:ext>
            </a:extLst>
          </p:cNvPr>
          <p:cNvSpPr/>
          <p:nvPr/>
        </p:nvSpPr>
        <p:spPr>
          <a:xfrm>
            <a:off x="9806940" y="455054"/>
            <a:ext cx="1930003" cy="953478"/>
          </a:xfrm>
          <a:prstGeom prst="roundRect">
            <a:avLst>
              <a:gd name="adj" fmla="val 50000"/>
            </a:avLst>
          </a:prstGeom>
          <a:solidFill>
            <a:srgbClr val="000000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sz="3600" b="1" dirty="0"/>
              <a:t>{</a:t>
            </a:r>
            <a:r>
              <a:rPr lang="es-PE" sz="3600" b="1" dirty="0" err="1"/>
              <a:t>avg</a:t>
            </a:r>
            <a:r>
              <a:rPr lang="es-PE" sz="3600" b="1" dirty="0"/>
              <a:t>}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82EF5E34-6C64-3857-C976-9D5EB1BC9C19}"/>
              </a:ext>
            </a:extLst>
          </p:cNvPr>
          <p:cNvSpPr/>
          <p:nvPr/>
        </p:nvSpPr>
        <p:spPr>
          <a:xfrm>
            <a:off x="455054" y="1741860"/>
            <a:ext cx="11281889" cy="1412820"/>
          </a:xfrm>
          <a:prstGeom prst="roundRect">
            <a:avLst>
              <a:gd name="adj" fmla="val 13496"/>
            </a:avLst>
          </a:prstGeom>
          <a:solidFill>
            <a:srgbClr val="000000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sz="3600" b="1" dirty="0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BAE4D40A-CCAB-BC6C-F79F-F97D21D54D82}"/>
              </a:ext>
            </a:extLst>
          </p:cNvPr>
          <p:cNvSpPr/>
          <p:nvPr/>
        </p:nvSpPr>
        <p:spPr>
          <a:xfrm>
            <a:off x="455054" y="1741860"/>
            <a:ext cx="11281889" cy="384120"/>
          </a:xfrm>
          <a:prstGeom prst="roundRect">
            <a:avLst>
              <a:gd name="adj" fmla="val 50000"/>
            </a:avLst>
          </a:prstGeom>
          <a:solidFill>
            <a:srgbClr val="000000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sz="2000" b="1" dirty="0"/>
              <a:t>{song1}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F26D4FA0-B276-D766-004F-509A48C8FEE5}"/>
              </a:ext>
            </a:extLst>
          </p:cNvPr>
          <p:cNvSpPr/>
          <p:nvPr/>
        </p:nvSpPr>
        <p:spPr>
          <a:xfrm>
            <a:off x="455054" y="1741860"/>
            <a:ext cx="2269096" cy="384120"/>
          </a:xfrm>
          <a:prstGeom prst="roundRect">
            <a:avLst>
              <a:gd name="adj" fmla="val 50000"/>
            </a:avLst>
          </a:prstGeom>
          <a:solidFill>
            <a:srgbClr val="000000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sz="2000" b="1" dirty="0"/>
              <a:t>{judge1}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A196377C-791F-ACA7-077E-DE9079076AD4}"/>
              </a:ext>
            </a:extLst>
          </p:cNvPr>
          <p:cNvSpPr/>
          <p:nvPr/>
        </p:nvSpPr>
        <p:spPr>
          <a:xfrm>
            <a:off x="10530837" y="1741860"/>
            <a:ext cx="1206106" cy="384120"/>
          </a:xfrm>
          <a:prstGeom prst="roundRect">
            <a:avLst>
              <a:gd name="adj" fmla="val 50000"/>
            </a:avLst>
          </a:prstGeom>
          <a:solidFill>
            <a:srgbClr val="000000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sz="2000" b="1" dirty="0"/>
              <a:t>{score1}</a:t>
            </a: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75598435-F60A-C4CD-8990-D34248AC18A8}"/>
              </a:ext>
            </a:extLst>
          </p:cNvPr>
          <p:cNvSpPr/>
          <p:nvPr/>
        </p:nvSpPr>
        <p:spPr>
          <a:xfrm>
            <a:off x="455054" y="4990126"/>
            <a:ext cx="11281889" cy="1412820"/>
          </a:xfrm>
          <a:prstGeom prst="roundRect">
            <a:avLst>
              <a:gd name="adj" fmla="val 13496"/>
            </a:avLst>
          </a:prstGeom>
          <a:solidFill>
            <a:srgbClr val="000000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sz="3600" b="1" dirty="0"/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F951B50D-D224-C0CB-F661-6196C0F71B48}"/>
              </a:ext>
            </a:extLst>
          </p:cNvPr>
          <p:cNvSpPr/>
          <p:nvPr/>
        </p:nvSpPr>
        <p:spPr>
          <a:xfrm>
            <a:off x="455054" y="4990126"/>
            <a:ext cx="11281889" cy="384120"/>
          </a:xfrm>
          <a:prstGeom prst="roundRect">
            <a:avLst>
              <a:gd name="adj" fmla="val 50000"/>
            </a:avLst>
          </a:prstGeom>
          <a:solidFill>
            <a:srgbClr val="000000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sz="2000" b="1" dirty="0"/>
              <a:t>{song3}</a:t>
            </a:r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9A90DF3E-A52C-8B9E-9D3F-C05AFB35E57E}"/>
              </a:ext>
            </a:extLst>
          </p:cNvPr>
          <p:cNvSpPr/>
          <p:nvPr/>
        </p:nvSpPr>
        <p:spPr>
          <a:xfrm>
            <a:off x="455054" y="4990126"/>
            <a:ext cx="2269096" cy="384120"/>
          </a:xfrm>
          <a:prstGeom prst="roundRect">
            <a:avLst>
              <a:gd name="adj" fmla="val 50000"/>
            </a:avLst>
          </a:prstGeom>
          <a:solidFill>
            <a:srgbClr val="000000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sz="2000" b="1" dirty="0"/>
              <a:t>{judge3}</a:t>
            </a:r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A811BDE5-166D-CD99-2DE9-B4D71E1A5F2A}"/>
              </a:ext>
            </a:extLst>
          </p:cNvPr>
          <p:cNvSpPr/>
          <p:nvPr/>
        </p:nvSpPr>
        <p:spPr>
          <a:xfrm>
            <a:off x="10530837" y="4990126"/>
            <a:ext cx="1206106" cy="384120"/>
          </a:xfrm>
          <a:prstGeom prst="roundRect">
            <a:avLst>
              <a:gd name="adj" fmla="val 50000"/>
            </a:avLst>
          </a:prstGeom>
          <a:solidFill>
            <a:srgbClr val="000000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sz="2000" b="1" dirty="0"/>
              <a:t>{score3}</a:t>
            </a:r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043955B4-3A5F-53AD-FFB3-BBE476A88984}"/>
              </a:ext>
            </a:extLst>
          </p:cNvPr>
          <p:cNvSpPr/>
          <p:nvPr/>
        </p:nvSpPr>
        <p:spPr>
          <a:xfrm>
            <a:off x="455055" y="3365993"/>
            <a:ext cx="11281889" cy="1412820"/>
          </a:xfrm>
          <a:prstGeom prst="roundRect">
            <a:avLst>
              <a:gd name="adj" fmla="val 13496"/>
            </a:avLst>
          </a:prstGeom>
          <a:solidFill>
            <a:srgbClr val="000000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sz="3600" b="1" dirty="0"/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0C98D24E-EC02-9C53-BBD0-2C3EB91DF7D6}"/>
              </a:ext>
            </a:extLst>
          </p:cNvPr>
          <p:cNvSpPr/>
          <p:nvPr/>
        </p:nvSpPr>
        <p:spPr>
          <a:xfrm>
            <a:off x="455055" y="3365993"/>
            <a:ext cx="11281889" cy="384120"/>
          </a:xfrm>
          <a:prstGeom prst="roundRect">
            <a:avLst>
              <a:gd name="adj" fmla="val 50000"/>
            </a:avLst>
          </a:prstGeom>
          <a:solidFill>
            <a:srgbClr val="000000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sz="2000" b="1" dirty="0"/>
              <a:t>{song2}</a:t>
            </a:r>
          </a:p>
        </p:txBody>
      </p: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5034D78C-CC60-A598-F687-E03601981BFE}"/>
              </a:ext>
            </a:extLst>
          </p:cNvPr>
          <p:cNvSpPr/>
          <p:nvPr/>
        </p:nvSpPr>
        <p:spPr>
          <a:xfrm>
            <a:off x="455055" y="3365993"/>
            <a:ext cx="2269096" cy="384120"/>
          </a:xfrm>
          <a:prstGeom prst="roundRect">
            <a:avLst>
              <a:gd name="adj" fmla="val 50000"/>
            </a:avLst>
          </a:prstGeom>
          <a:solidFill>
            <a:srgbClr val="000000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sz="2000" b="1" dirty="0"/>
              <a:t>{judge2}</a:t>
            </a:r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9F19B488-FCCD-254D-D966-1E6C8040E197}"/>
              </a:ext>
            </a:extLst>
          </p:cNvPr>
          <p:cNvSpPr/>
          <p:nvPr/>
        </p:nvSpPr>
        <p:spPr>
          <a:xfrm>
            <a:off x="10530838" y="3365993"/>
            <a:ext cx="1206106" cy="384120"/>
          </a:xfrm>
          <a:prstGeom prst="roundRect">
            <a:avLst>
              <a:gd name="adj" fmla="val 50000"/>
            </a:avLst>
          </a:prstGeom>
          <a:solidFill>
            <a:srgbClr val="000000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sz="2000" b="1" dirty="0"/>
              <a:t>{score2}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56EC04B7-39A3-A80D-F83C-0911A5E91CB1}"/>
              </a:ext>
            </a:extLst>
          </p:cNvPr>
          <p:cNvSpPr/>
          <p:nvPr/>
        </p:nvSpPr>
        <p:spPr>
          <a:xfrm>
            <a:off x="621027" y="2167890"/>
            <a:ext cx="10949941" cy="9448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sz="1600" dirty="0"/>
              <a:t>{review1}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C5B6173B-2AAB-22B0-A732-5D0DA1260451}"/>
              </a:ext>
            </a:extLst>
          </p:cNvPr>
          <p:cNvSpPr/>
          <p:nvPr/>
        </p:nvSpPr>
        <p:spPr>
          <a:xfrm>
            <a:off x="621027" y="3792023"/>
            <a:ext cx="10949941" cy="9448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sz="1600" dirty="0"/>
              <a:t>{review2}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82C1D129-10D4-11EE-B99F-A82663195473}"/>
              </a:ext>
            </a:extLst>
          </p:cNvPr>
          <p:cNvSpPr/>
          <p:nvPr/>
        </p:nvSpPr>
        <p:spPr>
          <a:xfrm>
            <a:off x="621027" y="5416156"/>
            <a:ext cx="10949941" cy="9448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sz="1600" dirty="0"/>
              <a:t>{review3}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AFDCFA84-AB3F-9B52-39EB-3728F1C93DE9}"/>
              </a:ext>
            </a:extLst>
          </p:cNvPr>
          <p:cNvSpPr/>
          <p:nvPr/>
        </p:nvSpPr>
        <p:spPr>
          <a:xfrm>
            <a:off x="455053" y="455054"/>
            <a:ext cx="2586624" cy="953478"/>
          </a:xfrm>
          <a:prstGeom prst="roundRect">
            <a:avLst>
              <a:gd name="adj" fmla="val 50000"/>
            </a:avLst>
          </a:prstGeom>
          <a:solidFill>
            <a:srgbClr val="000000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sz="3600" b="1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DEB568AF-09CB-168F-F1ED-2A5B613F04C7}"/>
              </a:ext>
            </a:extLst>
          </p:cNvPr>
          <p:cNvSpPr/>
          <p:nvPr/>
        </p:nvSpPr>
        <p:spPr>
          <a:xfrm>
            <a:off x="455054" y="455054"/>
            <a:ext cx="1632623" cy="953478"/>
          </a:xfrm>
          <a:prstGeom prst="roundRect">
            <a:avLst>
              <a:gd name="adj" fmla="val 50000"/>
            </a:avLst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sz="3600" b="1" dirty="0"/>
              <a:t>#{p}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75E52B4-092C-0F61-D1CF-C6A32FF10C07}"/>
              </a:ext>
            </a:extLst>
          </p:cNvPr>
          <p:cNvSpPr txBox="1"/>
          <p:nvPr/>
        </p:nvSpPr>
        <p:spPr>
          <a:xfrm>
            <a:off x="2087677" y="455054"/>
            <a:ext cx="954000" cy="953478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>
            <a:defPPr>
              <a:defRPr lang="es-P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PE" dirty="0">
                <a:solidFill>
                  <a:schemeClr val="bg1"/>
                </a:solidFill>
              </a:rPr>
              <a:t>{avatar}</a:t>
            </a:r>
          </a:p>
        </p:txBody>
      </p:sp>
    </p:spTree>
    <p:extLst>
      <p:ext uri="{BB962C8B-B14F-4D97-AF65-F5344CB8AC3E}">
        <p14:creationId xmlns:p14="http://schemas.microsoft.com/office/powerpoint/2010/main" val="41159425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</TotalTime>
  <Words>48</Words>
  <Application>Microsoft Office PowerPoint</Application>
  <PresentationFormat>Widescreen</PresentationFormat>
  <Paragraphs>16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Flavio Huamán</dc:creator>
  <cp:lastModifiedBy>Flavio Angello</cp:lastModifiedBy>
  <cp:revision>11</cp:revision>
  <dcterms:created xsi:type="dcterms:W3CDTF">2024-05-31T01:13:48Z</dcterms:created>
  <dcterms:modified xsi:type="dcterms:W3CDTF">2026-07-25T21:12:51Z</dcterms:modified>
</cp:coreProperties>
</file>