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name</a:t>
            </a:r>
            <a:r>
              <a:rPr lang="es-PE" sz="3600" b="1" dirty="0"/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avg</a:t>
            </a:r>
            <a:r>
              <a:rPr lang="es-PE" sz="3600" b="1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{score1}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{song4}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BC3388-3421-9C31-6BBF-0A081FE51714}"/>
              </a:ext>
            </a:extLst>
          </p:cNvPr>
          <p:cNvSpPr/>
          <p:nvPr/>
        </p:nvSpPr>
        <p:spPr>
          <a:xfrm>
            <a:off x="455054" y="5319932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{judge4}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D863FB-50E1-2E5F-887B-3CEC7EB01D01}"/>
              </a:ext>
            </a:extLst>
          </p:cNvPr>
          <p:cNvSpPr/>
          <p:nvPr/>
        </p:nvSpPr>
        <p:spPr>
          <a:xfrm>
            <a:off x="10530837" y="5319932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{score4}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{song3}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982E8ED-46F5-FD75-3AD5-3C222E7D267B}"/>
              </a:ext>
            </a:extLst>
          </p:cNvPr>
          <p:cNvSpPr/>
          <p:nvPr/>
        </p:nvSpPr>
        <p:spPr>
          <a:xfrm>
            <a:off x="455054" y="4123358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{judge3}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4148CF-8F15-E4E0-20CC-9BA18894B119}"/>
              </a:ext>
            </a:extLst>
          </p:cNvPr>
          <p:cNvSpPr/>
          <p:nvPr/>
        </p:nvSpPr>
        <p:spPr>
          <a:xfrm>
            <a:off x="10530837" y="4123358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{score3}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{song2}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CDE001-4231-71A0-032F-1DF2D99411BD}"/>
              </a:ext>
            </a:extLst>
          </p:cNvPr>
          <p:cNvSpPr/>
          <p:nvPr/>
        </p:nvSpPr>
        <p:spPr>
          <a:xfrm>
            <a:off x="455055" y="2930814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{judge2}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57F0C5E-0F58-AD83-FC0E-8E551B8C1AD2}"/>
              </a:ext>
            </a:extLst>
          </p:cNvPr>
          <p:cNvSpPr/>
          <p:nvPr/>
        </p:nvSpPr>
        <p:spPr>
          <a:xfrm>
            <a:off x="10530838" y="2930814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{score2}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{review4}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DB096-A79B-E0D9-4E4C-F07AFF01EDA9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52FF5-596B-76E7-8C3B-F7E5C05FF94A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>
                <a:solidFill>
                  <a:schemeClr val="bg1"/>
                </a:solidFill>
              </a:rPr>
              <a:t>{avatar}</a:t>
            </a:r>
          </a:p>
        </p:txBody>
      </p:sp>
    </p:spTree>
    <p:extLst>
      <p:ext uri="{BB962C8B-B14F-4D97-AF65-F5344CB8AC3E}">
        <p14:creationId xmlns:p14="http://schemas.microsoft.com/office/powerpoint/2010/main" val="292229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10</cp:revision>
  <dcterms:created xsi:type="dcterms:W3CDTF">2024-05-31T01:13:48Z</dcterms:created>
  <dcterms:modified xsi:type="dcterms:W3CDTF">2026-07-25T21:13:36Z</dcterms:modified>
</cp:coreProperties>
</file>