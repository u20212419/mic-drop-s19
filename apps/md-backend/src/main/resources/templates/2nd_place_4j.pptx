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AE959FD2-6280-CA53-896C-DB8AE35005A3}"/>
              </a:ext>
            </a:extLst>
          </p:cNvPr>
          <p:cNvSpPr/>
          <p:nvPr/>
        </p:nvSpPr>
        <p:spPr>
          <a:xfrm>
            <a:off x="455054" y="5319932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7A908F-6973-22F2-013A-F15332CBB7F7}"/>
              </a:ext>
            </a:extLst>
          </p:cNvPr>
          <p:cNvSpPr/>
          <p:nvPr/>
        </p:nvSpPr>
        <p:spPr>
          <a:xfrm>
            <a:off x="455054" y="5319932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{song4}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78BC3388-3421-9C31-6BBF-0A081FE51714}"/>
              </a:ext>
            </a:extLst>
          </p:cNvPr>
          <p:cNvSpPr/>
          <p:nvPr/>
        </p:nvSpPr>
        <p:spPr>
          <a:xfrm>
            <a:off x="455054" y="5319932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{judge4}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ED863FB-50E1-2E5F-887B-3CEC7EB01D01}"/>
              </a:ext>
            </a:extLst>
          </p:cNvPr>
          <p:cNvSpPr/>
          <p:nvPr/>
        </p:nvSpPr>
        <p:spPr>
          <a:xfrm>
            <a:off x="10530837" y="5319932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{score4}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F21113F-ACF3-7C28-47EE-66023551BA26}"/>
              </a:ext>
            </a:extLst>
          </p:cNvPr>
          <p:cNvSpPr/>
          <p:nvPr/>
        </p:nvSpPr>
        <p:spPr>
          <a:xfrm>
            <a:off x="455054" y="4123358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D1084D5-F6E8-E608-8CDF-7607D1452617}"/>
              </a:ext>
            </a:extLst>
          </p:cNvPr>
          <p:cNvSpPr/>
          <p:nvPr/>
        </p:nvSpPr>
        <p:spPr>
          <a:xfrm>
            <a:off x="455054" y="4123358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982E8ED-46F5-FD75-3AD5-3C222E7D267B}"/>
              </a:ext>
            </a:extLst>
          </p:cNvPr>
          <p:cNvSpPr/>
          <p:nvPr/>
        </p:nvSpPr>
        <p:spPr>
          <a:xfrm>
            <a:off x="455054" y="4123358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134148CF-8F15-E4E0-20CC-9BA18894B119}"/>
              </a:ext>
            </a:extLst>
          </p:cNvPr>
          <p:cNvSpPr/>
          <p:nvPr/>
        </p:nvSpPr>
        <p:spPr>
          <a:xfrm>
            <a:off x="10530837" y="4123358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FFB6CDA-6FC7-90E8-3AFF-619CB8FAA918}"/>
              </a:ext>
            </a:extLst>
          </p:cNvPr>
          <p:cNvSpPr/>
          <p:nvPr/>
        </p:nvSpPr>
        <p:spPr>
          <a:xfrm>
            <a:off x="455055" y="2930814"/>
            <a:ext cx="11281889" cy="1083014"/>
          </a:xfrm>
          <a:prstGeom prst="roundRect">
            <a:avLst>
              <a:gd name="adj" fmla="val 17454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73C4AC8-A935-9A76-35A9-6B4E48045CD1}"/>
              </a:ext>
            </a:extLst>
          </p:cNvPr>
          <p:cNvSpPr/>
          <p:nvPr/>
        </p:nvSpPr>
        <p:spPr>
          <a:xfrm>
            <a:off x="455055" y="2930814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0CDE001-4231-71A0-032F-1DF2D99411BD}"/>
              </a:ext>
            </a:extLst>
          </p:cNvPr>
          <p:cNvSpPr/>
          <p:nvPr/>
        </p:nvSpPr>
        <p:spPr>
          <a:xfrm>
            <a:off x="455055" y="2930814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57F0C5E-0F58-AD83-FC0E-8E551B8C1AD2}"/>
              </a:ext>
            </a:extLst>
          </p:cNvPr>
          <p:cNvSpPr/>
          <p:nvPr/>
        </p:nvSpPr>
        <p:spPr>
          <a:xfrm>
            <a:off x="10530838" y="2930814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67A23A3-A428-4732-4B9C-30AA2111B6A2}"/>
              </a:ext>
            </a:extLst>
          </p:cNvPr>
          <p:cNvSpPr/>
          <p:nvPr/>
        </p:nvSpPr>
        <p:spPr>
          <a:xfrm>
            <a:off x="621026" y="2151078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{review1}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3138DD0-7645-22B9-00E3-66A26031B9FA}"/>
              </a:ext>
            </a:extLst>
          </p:cNvPr>
          <p:cNvSpPr/>
          <p:nvPr/>
        </p:nvSpPr>
        <p:spPr>
          <a:xfrm>
            <a:off x="621026" y="3339699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{review2}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0407C15-48F3-D416-C2A4-88A1495E0128}"/>
              </a:ext>
            </a:extLst>
          </p:cNvPr>
          <p:cNvSpPr/>
          <p:nvPr/>
        </p:nvSpPr>
        <p:spPr>
          <a:xfrm>
            <a:off x="621025" y="4532243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{review3}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394132-E5B7-91C7-DC68-DF78B646E910}"/>
              </a:ext>
            </a:extLst>
          </p:cNvPr>
          <p:cNvSpPr/>
          <p:nvPr/>
        </p:nvSpPr>
        <p:spPr>
          <a:xfrm>
            <a:off x="621025" y="5728817"/>
            <a:ext cx="10949941" cy="6493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400" dirty="0"/>
              <a:t>{review4}</a:t>
            </a:r>
          </a:p>
        </p:txBody>
      </p:sp>
    </p:spTree>
    <p:extLst>
      <p:ext uri="{BB962C8B-B14F-4D97-AF65-F5344CB8AC3E}">
        <p14:creationId xmlns:p14="http://schemas.microsoft.com/office/powerpoint/2010/main" val="4093925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57</Words>
  <Application>Microsoft Office PowerPoint</Application>
  <PresentationFormat>Widescreen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7</cp:revision>
  <dcterms:created xsi:type="dcterms:W3CDTF">2024-05-31T01:13:48Z</dcterms:created>
  <dcterms:modified xsi:type="dcterms:W3CDTF">2026-07-21T05:19:35Z</dcterms:modified>
</cp:coreProperties>
</file>