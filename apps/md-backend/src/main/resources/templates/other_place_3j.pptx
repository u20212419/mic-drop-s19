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{review3}</a:t>
            </a:r>
          </a:p>
        </p:txBody>
      </p:sp>
    </p:spTree>
    <p:extLst>
      <p:ext uri="{BB962C8B-B14F-4D97-AF65-F5344CB8AC3E}">
        <p14:creationId xmlns:p14="http://schemas.microsoft.com/office/powerpoint/2010/main" val="442374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45</Words>
  <Application>Microsoft Office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7</cp:revision>
  <dcterms:created xsi:type="dcterms:W3CDTF">2024-05-31T01:13:48Z</dcterms:created>
  <dcterms:modified xsi:type="dcterms:W3CDTF">2026-07-21T05:20:20Z</dcterms:modified>
</cp:coreProperties>
</file>