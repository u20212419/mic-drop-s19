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66" r:id="rId4"/>
    <p:sldId id="268" r:id="rId5"/>
    <p:sldId id="270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070688-624B-69BF-71EE-DC61E45856DC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0940A-0DF2-4D74-ED0D-D30B9140095C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420475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1B15978-A811-B1AD-C822-C40A40F73B6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119F712B-9761-DBF8-C139-CBF6D1A53CF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</p:spTree>
    <p:extLst>
      <p:ext uri="{BB962C8B-B14F-4D97-AF65-F5344CB8AC3E}">
        <p14:creationId xmlns:p14="http://schemas.microsoft.com/office/powerpoint/2010/main" val="4093925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90C9279-38AE-1D48-02D9-353066EF3B14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9AF9D-637C-1997-9984-79FD61022743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</p:spTree>
    <p:extLst>
      <p:ext uri="{BB962C8B-B14F-4D97-AF65-F5344CB8AC3E}">
        <p14:creationId xmlns:p14="http://schemas.microsoft.com/office/powerpoint/2010/main" val="3683213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0DB096-A79B-E0D9-4E4C-F07AFF01EDA9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52FF5-596B-76E7-8C3B-F7E5C05FF94A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2922293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{review4}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5D8349-91B9-8792-A749-A5A6D7A07A1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6B1FB-704A-AEC6-BA5F-030108891A32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223038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300</Words>
  <Application>Microsoft Office PowerPoint</Application>
  <PresentationFormat>Widescreen</PresentationFormat>
  <Paragraphs>100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12</cp:revision>
  <dcterms:created xsi:type="dcterms:W3CDTF">2024-05-31T01:13:48Z</dcterms:created>
  <dcterms:modified xsi:type="dcterms:W3CDTF">2026-09-05T19:54:59Z</dcterms:modified>
</cp:coreProperties>
</file>