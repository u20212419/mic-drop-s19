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4" r:id="rId3"/>
    <p:sldId id="266" r:id="rId4"/>
    <p:sldId id="268" r:id="rId5"/>
    <p:sldId id="270" r:id="rId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16/09/2026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  <a:r>
              <a:rPr lang="es-PE" sz="3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  <a:r>
              <a:rPr lang="es-PE" sz="3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avg</a:t>
            </a:r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070688-624B-69BF-71EE-DC61E45856DC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0940A-0DF2-4D74-ED0D-D30B9140095C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s-PE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{avatar}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9DE1F3-322E-6E21-3D39-B092854113F3}"/>
              </a:ext>
            </a:extLst>
          </p:cNvPr>
          <p:cNvSpPr txBox="1"/>
          <p:nvPr/>
        </p:nvSpPr>
        <p:spPr>
          <a:xfrm>
            <a:off x="2724150" y="1753004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{song1}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D60390-C88D-BA89-203C-7A9421C93095}"/>
              </a:ext>
            </a:extLst>
          </p:cNvPr>
          <p:cNvSpPr txBox="1"/>
          <p:nvPr/>
        </p:nvSpPr>
        <p:spPr>
          <a:xfrm>
            <a:off x="2724147" y="292865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{song2}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735B2E-367D-2F5C-3A75-A3B8CCB000BA}"/>
              </a:ext>
            </a:extLst>
          </p:cNvPr>
          <p:cNvSpPr txBox="1"/>
          <p:nvPr/>
        </p:nvSpPr>
        <p:spPr>
          <a:xfrm>
            <a:off x="2724147" y="412519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{song3}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278B50-B4CF-D54F-BF8A-EBC5F7A6BCE5}"/>
              </a:ext>
            </a:extLst>
          </p:cNvPr>
          <p:cNvSpPr txBox="1"/>
          <p:nvPr/>
        </p:nvSpPr>
        <p:spPr>
          <a:xfrm>
            <a:off x="2724147" y="531993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{song4}</a:t>
            </a:r>
          </a:p>
        </p:txBody>
      </p:sp>
    </p:spTree>
    <p:extLst>
      <p:ext uri="{BB962C8B-B14F-4D97-AF65-F5344CB8AC3E}">
        <p14:creationId xmlns:p14="http://schemas.microsoft.com/office/powerpoint/2010/main" val="3420475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1B15978-A811-B1AD-C822-C40A40F73B6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119F712B-9761-DBF8-C139-CBF6D1A53CF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821EC5-C390-C070-DE62-0C7C6DBA738C}"/>
              </a:ext>
            </a:extLst>
          </p:cNvPr>
          <p:cNvSpPr txBox="1"/>
          <p:nvPr/>
        </p:nvSpPr>
        <p:spPr>
          <a:xfrm>
            <a:off x="2724150" y="1753004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{song1}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E6BA5-FBAA-2B55-FA0A-5E809D69D8E8}"/>
              </a:ext>
            </a:extLst>
          </p:cNvPr>
          <p:cNvSpPr txBox="1"/>
          <p:nvPr/>
        </p:nvSpPr>
        <p:spPr>
          <a:xfrm>
            <a:off x="2724147" y="292865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{song2}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C0DA47-1B1E-FFB6-0493-B6E08C8A3466}"/>
              </a:ext>
            </a:extLst>
          </p:cNvPr>
          <p:cNvSpPr txBox="1"/>
          <p:nvPr/>
        </p:nvSpPr>
        <p:spPr>
          <a:xfrm>
            <a:off x="2724147" y="412519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{song3}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0087DD-6848-BC03-55AA-A2C55F85854D}"/>
              </a:ext>
            </a:extLst>
          </p:cNvPr>
          <p:cNvSpPr txBox="1"/>
          <p:nvPr/>
        </p:nvSpPr>
        <p:spPr>
          <a:xfrm>
            <a:off x="2724147" y="531993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{song4}</a:t>
            </a:r>
          </a:p>
        </p:txBody>
      </p:sp>
    </p:spTree>
    <p:extLst>
      <p:ext uri="{BB962C8B-B14F-4D97-AF65-F5344CB8AC3E}">
        <p14:creationId xmlns:p14="http://schemas.microsoft.com/office/powerpoint/2010/main" val="4093925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90C9279-38AE-1D48-02D9-353066EF3B14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AF9D-637C-1997-9984-79FD61022743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4DAD56-B337-18AA-4982-BE8D16540597}"/>
              </a:ext>
            </a:extLst>
          </p:cNvPr>
          <p:cNvSpPr txBox="1"/>
          <p:nvPr/>
        </p:nvSpPr>
        <p:spPr>
          <a:xfrm>
            <a:off x="2724150" y="1753004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{song1}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60C9D8-A906-739C-605A-B186C291F1BC}"/>
              </a:ext>
            </a:extLst>
          </p:cNvPr>
          <p:cNvSpPr txBox="1"/>
          <p:nvPr/>
        </p:nvSpPr>
        <p:spPr>
          <a:xfrm>
            <a:off x="2724147" y="292865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{song2}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532E39-6DE9-C095-40E2-B070F27306A5}"/>
              </a:ext>
            </a:extLst>
          </p:cNvPr>
          <p:cNvSpPr txBox="1"/>
          <p:nvPr/>
        </p:nvSpPr>
        <p:spPr>
          <a:xfrm>
            <a:off x="2724147" y="412519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{song3}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E0F85E-3707-4A50-4E06-B538E2B54596}"/>
              </a:ext>
            </a:extLst>
          </p:cNvPr>
          <p:cNvSpPr txBox="1"/>
          <p:nvPr/>
        </p:nvSpPr>
        <p:spPr>
          <a:xfrm>
            <a:off x="2724147" y="531993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{song4}</a:t>
            </a:r>
          </a:p>
        </p:txBody>
      </p:sp>
    </p:spTree>
    <p:extLst>
      <p:ext uri="{BB962C8B-B14F-4D97-AF65-F5344CB8AC3E}">
        <p14:creationId xmlns:p14="http://schemas.microsoft.com/office/powerpoint/2010/main" val="3683213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0DB096-A79B-E0D9-4E4C-F07AFF01EDA9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52FF5-596B-76E7-8C3B-F7E5C05FF94A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C9AEF-7F68-63EA-E53F-C4088B9F9AB4}"/>
              </a:ext>
            </a:extLst>
          </p:cNvPr>
          <p:cNvSpPr txBox="1"/>
          <p:nvPr/>
        </p:nvSpPr>
        <p:spPr>
          <a:xfrm>
            <a:off x="2724150" y="1753004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{song1}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2F8B33-8ECB-90AD-6AED-9340256A782C}"/>
              </a:ext>
            </a:extLst>
          </p:cNvPr>
          <p:cNvSpPr txBox="1"/>
          <p:nvPr/>
        </p:nvSpPr>
        <p:spPr>
          <a:xfrm>
            <a:off x="2724147" y="292865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{song2}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83D1E-65F9-66E2-C5B0-FFB83F28C58E}"/>
              </a:ext>
            </a:extLst>
          </p:cNvPr>
          <p:cNvSpPr txBox="1"/>
          <p:nvPr/>
        </p:nvSpPr>
        <p:spPr>
          <a:xfrm>
            <a:off x="2724147" y="412519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{song3}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C888BC-CF2E-F296-A158-718D89844C4E}"/>
              </a:ext>
            </a:extLst>
          </p:cNvPr>
          <p:cNvSpPr txBox="1"/>
          <p:nvPr/>
        </p:nvSpPr>
        <p:spPr>
          <a:xfrm>
            <a:off x="2724147" y="531993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{song4}</a:t>
            </a:r>
          </a:p>
        </p:txBody>
      </p:sp>
    </p:spTree>
    <p:extLst>
      <p:ext uri="{BB962C8B-B14F-4D97-AF65-F5344CB8AC3E}">
        <p14:creationId xmlns:p14="http://schemas.microsoft.com/office/powerpoint/2010/main" val="2922293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5D8349-91B9-8792-A749-A5A6D7A07A1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6B1FB-704A-AEC6-BA5F-030108891A32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F71908-A246-4451-0E57-1C47CFD3B6B2}"/>
              </a:ext>
            </a:extLst>
          </p:cNvPr>
          <p:cNvSpPr txBox="1"/>
          <p:nvPr/>
        </p:nvSpPr>
        <p:spPr>
          <a:xfrm>
            <a:off x="2724150" y="1753004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{song1}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53D787-F729-73DF-D81D-45C50BDC3DBF}"/>
              </a:ext>
            </a:extLst>
          </p:cNvPr>
          <p:cNvSpPr txBox="1"/>
          <p:nvPr/>
        </p:nvSpPr>
        <p:spPr>
          <a:xfrm>
            <a:off x="2724147" y="292865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{song2}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FA3BDC-C9D5-35ED-1B84-354300F0FEF6}"/>
              </a:ext>
            </a:extLst>
          </p:cNvPr>
          <p:cNvSpPr txBox="1"/>
          <p:nvPr/>
        </p:nvSpPr>
        <p:spPr>
          <a:xfrm>
            <a:off x="2724147" y="412519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{song3}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28D3E7-B85C-DDAF-41FF-ED15B64D0FE6}"/>
              </a:ext>
            </a:extLst>
          </p:cNvPr>
          <p:cNvSpPr txBox="1"/>
          <p:nvPr/>
        </p:nvSpPr>
        <p:spPr>
          <a:xfrm>
            <a:off x="2724147" y="5319932"/>
            <a:ext cx="674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solidFill>
                  <a:schemeClr val="l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{song4}</a:t>
            </a:r>
          </a:p>
        </p:txBody>
      </p:sp>
    </p:spTree>
    <p:extLst>
      <p:ext uri="{BB962C8B-B14F-4D97-AF65-F5344CB8AC3E}">
        <p14:creationId xmlns:p14="http://schemas.microsoft.com/office/powerpoint/2010/main" val="3223038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300</Words>
  <Application>Microsoft Office PowerPoint</Application>
  <PresentationFormat>Widescreen</PresentationFormat>
  <Paragraphs>100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14</cp:revision>
  <dcterms:created xsi:type="dcterms:W3CDTF">2024-05-31T01:13:48Z</dcterms:created>
  <dcterms:modified xsi:type="dcterms:W3CDTF">2026-09-16T22:48:46Z</dcterms:modified>
</cp:coreProperties>
</file>