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66" r:id="rId4"/>
    <p:sldId id="268" r:id="rId5"/>
    <p:sldId id="270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{score1}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{song4}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8BC3388-3421-9C31-6BBF-0A081FE51714}"/>
              </a:ext>
            </a:extLst>
          </p:cNvPr>
          <p:cNvSpPr/>
          <p:nvPr/>
        </p:nvSpPr>
        <p:spPr>
          <a:xfrm>
            <a:off x="455054" y="5319932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{judge4}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ED863FB-50E1-2E5F-887B-3CEC7EB01D01}"/>
              </a:ext>
            </a:extLst>
          </p:cNvPr>
          <p:cNvSpPr/>
          <p:nvPr/>
        </p:nvSpPr>
        <p:spPr>
          <a:xfrm>
            <a:off x="10530837" y="5319932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{score4}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982E8ED-46F5-FD75-3AD5-3C222E7D267B}"/>
              </a:ext>
            </a:extLst>
          </p:cNvPr>
          <p:cNvSpPr/>
          <p:nvPr/>
        </p:nvSpPr>
        <p:spPr>
          <a:xfrm>
            <a:off x="455054" y="4123358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{judge3}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34148CF-8F15-E4E0-20CC-9BA18894B119}"/>
              </a:ext>
            </a:extLst>
          </p:cNvPr>
          <p:cNvSpPr/>
          <p:nvPr/>
        </p:nvSpPr>
        <p:spPr>
          <a:xfrm>
            <a:off x="10530837" y="4123358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{score3}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0CDE001-4231-71A0-032F-1DF2D99411BD}"/>
              </a:ext>
            </a:extLst>
          </p:cNvPr>
          <p:cNvSpPr/>
          <p:nvPr/>
        </p:nvSpPr>
        <p:spPr>
          <a:xfrm>
            <a:off x="455055" y="2930814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{judge2}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57F0C5E-0F58-AD83-FC0E-8E551B8C1AD2}"/>
              </a:ext>
            </a:extLst>
          </p:cNvPr>
          <p:cNvSpPr/>
          <p:nvPr/>
        </p:nvSpPr>
        <p:spPr>
          <a:xfrm>
            <a:off x="10530838" y="2930814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{score2}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{review1}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{review2}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{review3}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{review4}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070688-624B-69BF-71EE-DC61E45856DC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#{p}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0940A-0DF2-4D74-ED0D-D30B9140095C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s-P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{avatar}</a:t>
            </a:r>
          </a:p>
        </p:txBody>
      </p:sp>
    </p:spTree>
    <p:extLst>
      <p:ext uri="{BB962C8B-B14F-4D97-AF65-F5344CB8AC3E}">
        <p14:creationId xmlns:p14="http://schemas.microsoft.com/office/powerpoint/2010/main" val="3420475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avg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{score1}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{song4}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8BC3388-3421-9C31-6BBF-0A081FE51714}"/>
              </a:ext>
            </a:extLst>
          </p:cNvPr>
          <p:cNvSpPr/>
          <p:nvPr/>
        </p:nvSpPr>
        <p:spPr>
          <a:xfrm>
            <a:off x="455054" y="5319932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{judge4}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ED863FB-50E1-2E5F-887B-3CEC7EB01D01}"/>
              </a:ext>
            </a:extLst>
          </p:cNvPr>
          <p:cNvSpPr/>
          <p:nvPr/>
        </p:nvSpPr>
        <p:spPr>
          <a:xfrm>
            <a:off x="10530837" y="5319932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{score4}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{song3}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982E8ED-46F5-FD75-3AD5-3C222E7D267B}"/>
              </a:ext>
            </a:extLst>
          </p:cNvPr>
          <p:cNvSpPr/>
          <p:nvPr/>
        </p:nvSpPr>
        <p:spPr>
          <a:xfrm>
            <a:off x="455054" y="4123358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{judge3}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34148CF-8F15-E4E0-20CC-9BA18894B119}"/>
              </a:ext>
            </a:extLst>
          </p:cNvPr>
          <p:cNvSpPr/>
          <p:nvPr/>
        </p:nvSpPr>
        <p:spPr>
          <a:xfrm>
            <a:off x="10530837" y="4123358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{score3}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{song2}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0CDE001-4231-71A0-032F-1DF2D99411BD}"/>
              </a:ext>
            </a:extLst>
          </p:cNvPr>
          <p:cNvSpPr/>
          <p:nvPr/>
        </p:nvSpPr>
        <p:spPr>
          <a:xfrm>
            <a:off x="455055" y="2930814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{judge2}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57F0C5E-0F58-AD83-FC0E-8E551B8C1AD2}"/>
              </a:ext>
            </a:extLst>
          </p:cNvPr>
          <p:cNvSpPr/>
          <p:nvPr/>
        </p:nvSpPr>
        <p:spPr>
          <a:xfrm>
            <a:off x="10530838" y="2930814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{score2}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{review1}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{review2}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{review3}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{review4}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1B15978-A811-B1AD-C822-C40A40F73B67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119F712B-9761-DBF8-C139-CBF6D1A53CF4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{avatar}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#{p}</a:t>
            </a:r>
          </a:p>
        </p:txBody>
      </p:sp>
    </p:spTree>
    <p:extLst>
      <p:ext uri="{BB962C8B-B14F-4D97-AF65-F5344CB8AC3E}">
        <p14:creationId xmlns:p14="http://schemas.microsoft.com/office/powerpoint/2010/main" val="4093925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avg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{score1}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{song4}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8BC3388-3421-9C31-6BBF-0A081FE51714}"/>
              </a:ext>
            </a:extLst>
          </p:cNvPr>
          <p:cNvSpPr/>
          <p:nvPr/>
        </p:nvSpPr>
        <p:spPr>
          <a:xfrm>
            <a:off x="455054" y="5319932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{judge4}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ED863FB-50E1-2E5F-887B-3CEC7EB01D01}"/>
              </a:ext>
            </a:extLst>
          </p:cNvPr>
          <p:cNvSpPr/>
          <p:nvPr/>
        </p:nvSpPr>
        <p:spPr>
          <a:xfrm>
            <a:off x="10530837" y="5319932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{score4}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{song3}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982E8ED-46F5-FD75-3AD5-3C222E7D267B}"/>
              </a:ext>
            </a:extLst>
          </p:cNvPr>
          <p:cNvSpPr/>
          <p:nvPr/>
        </p:nvSpPr>
        <p:spPr>
          <a:xfrm>
            <a:off x="455054" y="4123358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{judge3}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34148CF-8F15-E4E0-20CC-9BA18894B119}"/>
              </a:ext>
            </a:extLst>
          </p:cNvPr>
          <p:cNvSpPr/>
          <p:nvPr/>
        </p:nvSpPr>
        <p:spPr>
          <a:xfrm>
            <a:off x="10530837" y="4123358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{score3}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{song2}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0CDE001-4231-71A0-032F-1DF2D99411BD}"/>
              </a:ext>
            </a:extLst>
          </p:cNvPr>
          <p:cNvSpPr/>
          <p:nvPr/>
        </p:nvSpPr>
        <p:spPr>
          <a:xfrm>
            <a:off x="455055" y="2930814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{judge2}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57F0C5E-0F58-AD83-FC0E-8E551B8C1AD2}"/>
              </a:ext>
            </a:extLst>
          </p:cNvPr>
          <p:cNvSpPr/>
          <p:nvPr/>
        </p:nvSpPr>
        <p:spPr>
          <a:xfrm>
            <a:off x="10530838" y="2930814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{score2}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{review1}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{review2}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{review3}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{review4}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0C9279-38AE-1D48-02D9-353066EF3B14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AF9D-637C-1997-9984-79FD61022743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{avatar}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#{p}</a:t>
            </a:r>
          </a:p>
        </p:txBody>
      </p:sp>
    </p:spTree>
    <p:extLst>
      <p:ext uri="{BB962C8B-B14F-4D97-AF65-F5344CB8AC3E}">
        <p14:creationId xmlns:p14="http://schemas.microsoft.com/office/powerpoint/2010/main" val="368321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avg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{score1}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{song4}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8BC3388-3421-9C31-6BBF-0A081FE51714}"/>
              </a:ext>
            </a:extLst>
          </p:cNvPr>
          <p:cNvSpPr/>
          <p:nvPr/>
        </p:nvSpPr>
        <p:spPr>
          <a:xfrm>
            <a:off x="455054" y="5319932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{judge4}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ED863FB-50E1-2E5F-887B-3CEC7EB01D01}"/>
              </a:ext>
            </a:extLst>
          </p:cNvPr>
          <p:cNvSpPr/>
          <p:nvPr/>
        </p:nvSpPr>
        <p:spPr>
          <a:xfrm>
            <a:off x="10530837" y="5319932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{score4}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{song3}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982E8ED-46F5-FD75-3AD5-3C222E7D267B}"/>
              </a:ext>
            </a:extLst>
          </p:cNvPr>
          <p:cNvSpPr/>
          <p:nvPr/>
        </p:nvSpPr>
        <p:spPr>
          <a:xfrm>
            <a:off x="455054" y="4123358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{judge3}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34148CF-8F15-E4E0-20CC-9BA18894B119}"/>
              </a:ext>
            </a:extLst>
          </p:cNvPr>
          <p:cNvSpPr/>
          <p:nvPr/>
        </p:nvSpPr>
        <p:spPr>
          <a:xfrm>
            <a:off x="10530837" y="4123358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{score3}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{song2}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0CDE001-4231-71A0-032F-1DF2D99411BD}"/>
              </a:ext>
            </a:extLst>
          </p:cNvPr>
          <p:cNvSpPr/>
          <p:nvPr/>
        </p:nvSpPr>
        <p:spPr>
          <a:xfrm>
            <a:off x="455055" y="2930814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{judge2}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57F0C5E-0F58-AD83-FC0E-8E551B8C1AD2}"/>
              </a:ext>
            </a:extLst>
          </p:cNvPr>
          <p:cNvSpPr/>
          <p:nvPr/>
        </p:nvSpPr>
        <p:spPr>
          <a:xfrm>
            <a:off x="10530838" y="2930814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{score2}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{review1}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{review2}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{review3}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{review4}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DB096-A79B-E0D9-4E4C-F07AFF01EDA9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#{p}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52FF5-596B-76E7-8C3B-F7E5C05FF94A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{avatar}</a:t>
            </a:r>
          </a:p>
        </p:txBody>
      </p:sp>
    </p:spTree>
    <p:extLst>
      <p:ext uri="{BB962C8B-B14F-4D97-AF65-F5344CB8AC3E}">
        <p14:creationId xmlns:p14="http://schemas.microsoft.com/office/powerpoint/2010/main" val="292229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avg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{score1}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{song4}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8BC3388-3421-9C31-6BBF-0A081FE51714}"/>
              </a:ext>
            </a:extLst>
          </p:cNvPr>
          <p:cNvSpPr/>
          <p:nvPr/>
        </p:nvSpPr>
        <p:spPr>
          <a:xfrm>
            <a:off x="455054" y="5319932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{judge4}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ED863FB-50E1-2E5F-887B-3CEC7EB01D01}"/>
              </a:ext>
            </a:extLst>
          </p:cNvPr>
          <p:cNvSpPr/>
          <p:nvPr/>
        </p:nvSpPr>
        <p:spPr>
          <a:xfrm>
            <a:off x="10530837" y="5319932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{score4}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{song3}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982E8ED-46F5-FD75-3AD5-3C222E7D267B}"/>
              </a:ext>
            </a:extLst>
          </p:cNvPr>
          <p:cNvSpPr/>
          <p:nvPr/>
        </p:nvSpPr>
        <p:spPr>
          <a:xfrm>
            <a:off x="455054" y="4123358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{judge3}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34148CF-8F15-E4E0-20CC-9BA18894B119}"/>
              </a:ext>
            </a:extLst>
          </p:cNvPr>
          <p:cNvSpPr/>
          <p:nvPr/>
        </p:nvSpPr>
        <p:spPr>
          <a:xfrm>
            <a:off x="10530837" y="4123358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{score3}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{song2}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0CDE001-4231-71A0-032F-1DF2D99411BD}"/>
              </a:ext>
            </a:extLst>
          </p:cNvPr>
          <p:cNvSpPr/>
          <p:nvPr/>
        </p:nvSpPr>
        <p:spPr>
          <a:xfrm>
            <a:off x="455055" y="2930814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{judge2}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57F0C5E-0F58-AD83-FC0E-8E551B8C1AD2}"/>
              </a:ext>
            </a:extLst>
          </p:cNvPr>
          <p:cNvSpPr/>
          <p:nvPr/>
        </p:nvSpPr>
        <p:spPr>
          <a:xfrm>
            <a:off x="10530838" y="2930814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{score2}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{review1}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{review2}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{review3}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{review4}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5D8349-91B9-8792-A749-A5A6D7A07A17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#{p}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6B1FB-704A-AEC6-BA5F-030108891A32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{avatar}</a:t>
            </a:r>
          </a:p>
        </p:txBody>
      </p:sp>
    </p:spTree>
    <p:extLst>
      <p:ext uri="{BB962C8B-B14F-4D97-AF65-F5344CB8AC3E}">
        <p14:creationId xmlns:p14="http://schemas.microsoft.com/office/powerpoint/2010/main" val="3223038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300</Words>
  <Application>Microsoft Office PowerPoint</Application>
  <PresentationFormat>Widescreen</PresentationFormat>
  <Paragraphs>100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13</cp:revision>
  <dcterms:created xsi:type="dcterms:W3CDTF">2024-05-31T01:13:48Z</dcterms:created>
  <dcterms:modified xsi:type="dcterms:W3CDTF">2026-09-11T16:16:56Z</dcterms:modified>
</cp:coreProperties>
</file>