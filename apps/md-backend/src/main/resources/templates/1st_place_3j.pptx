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83AEF4-CA3F-3A3B-824C-B45678D3BAF3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806304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48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10</cp:revision>
  <dcterms:created xsi:type="dcterms:W3CDTF">2024-05-31T01:13:48Z</dcterms:created>
  <dcterms:modified xsi:type="dcterms:W3CDTF">2026-07-25T21:10:54Z</dcterms:modified>
</cp:coreProperties>
</file>