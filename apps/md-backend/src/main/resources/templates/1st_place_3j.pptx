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B9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4788-F401-11AE-A1F9-81CCAC39F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F53C5-CF7A-40B2-5CF4-FDD1D622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B95F-B8B2-14D4-119E-D4C95469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879A5-5835-6D82-A2CD-D54C6A93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7ABDD-42F2-2011-6C0D-4F709D0D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3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92EF-63AA-C5E2-8036-94BC3201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7E5E-3BFA-DAF1-DF4A-46155AF15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7907E-1A44-F559-0B8C-D0E0357D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5F7F4-CE78-00C5-2221-395B901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52EE-AE85-1456-41A3-74F91815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577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90C4-44EA-A986-8A98-FA5A38CE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9FB82-A927-E5C4-E2B8-7B59B9F6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0F2D4-F634-F1F9-00C5-9193D950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37D8-2EEC-0867-1F29-9795B485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A27D-C9E1-C595-20C4-C2CFEDAF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567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88B6-6457-835A-E749-56D36CF7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9BEF-6A16-3AD0-C139-9FAE7E220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FEF32-C072-A499-A178-FA0759EFD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0D8F9-29D9-17A2-86B5-2AE7926A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CA77D-4FF4-5967-4965-1F9D1BD6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E32F6-14BA-3B02-B4D8-76796486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635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513E-9092-1018-A0C4-AA10FB1A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B4B1-7652-96B9-6468-1DEB8D1F0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5A0CE-AB8F-9615-FCD5-28D5F5452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67BC6-F649-BEF8-0B8F-E10C6F8B2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E25AB-3ADB-5450-3FDC-65B1AEA57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466B8-15F6-E5C7-6238-262638A7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BF6C5-B8C2-D0FF-3807-0B09F369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5BB8D-B32B-7B10-9787-36661876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283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1F45-A01F-E5C8-7CFC-71937A86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14BB4-7F44-D352-18D2-8204DA38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B43D2-16B3-BCF6-F13C-8039EBF4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9149A-B4A2-A262-4AC7-05842A34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690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DA5A8-E1DE-8873-D83E-36BB8901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EAF48-66D2-25A9-5871-894D5120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1F6A-8DE5-3B58-2FDD-7781DA41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85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D804-AF42-13AA-B110-2905DF2D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36E9-6991-CD24-4CDE-D817195A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7F787-A446-BFE9-E7AD-DD76BECC3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EF64-B5C5-1C16-FF76-01C83B9F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FADEB-AC6C-7339-BA1F-233774E3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14D43-30A9-BC53-B8F7-50435071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089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9D5E-2C27-948E-76EA-40837926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F5735-F809-D445-1655-6F3AB8478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2E281-EC8B-5BFE-4BC1-C0797D741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9B460-4450-479F-CF89-21D5E336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07220-197B-B0A2-FB0C-F83FF5D8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42422-49B3-9438-59A3-EAE171B0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24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7BF8-2F5B-F0F7-F1DD-C7DA3FE2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A1991-F6C4-BB9D-44EB-309F058BD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7F04-6FC9-6180-FFD5-BDD63A49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65EA-2660-447D-A003-FA467DF1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9162-42D4-EE39-43A5-55C13E36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170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F3509-20FD-9897-DDCB-31CCE5D2C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F53F7-8B1D-A9DB-8EF1-538888522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1DE7-4137-C71E-E83A-C0F4A32F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9E8E-10D8-D45D-AEC7-37DAE45F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577D-B4E7-6A74-F7B3-08C59B3B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119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BD700-033F-282A-FACA-14B18B33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9BBD-05D1-3AF2-CC73-C49EED75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81F9-C88B-4E5A-EDFA-D81F66AD7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2D667-C522-FC20-153E-1D5F8B553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0AFE-854C-D811-1B93-C86EE4DC1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927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name</a:t>
            </a:r>
            <a:r>
              <a:rPr lang="es-PE" sz="3600" b="1" dirty="0"/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#{p}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avg</a:t>
            </a:r>
            <a:r>
              <a:rPr lang="es-PE" sz="3600" b="1" dirty="0"/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{song1}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{score1}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598435-F60A-C4CD-8990-D34248AC18A8}"/>
              </a:ext>
            </a:extLst>
          </p:cNvPr>
          <p:cNvSpPr/>
          <p:nvPr/>
        </p:nvSpPr>
        <p:spPr>
          <a:xfrm>
            <a:off x="455054" y="4990126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51B50D-D224-C0CB-F661-6196C0F71B48}"/>
              </a:ext>
            </a:extLst>
          </p:cNvPr>
          <p:cNvSpPr/>
          <p:nvPr/>
        </p:nvSpPr>
        <p:spPr>
          <a:xfrm>
            <a:off x="455054" y="4990126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{song3}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A90DF3E-A52C-8B9E-9D3F-C05AFB35E57E}"/>
              </a:ext>
            </a:extLst>
          </p:cNvPr>
          <p:cNvSpPr/>
          <p:nvPr/>
        </p:nvSpPr>
        <p:spPr>
          <a:xfrm>
            <a:off x="455054" y="4990126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{judge3}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811BDE5-166D-CD99-2DE9-B4D71E1A5F2A}"/>
              </a:ext>
            </a:extLst>
          </p:cNvPr>
          <p:cNvSpPr/>
          <p:nvPr/>
        </p:nvSpPr>
        <p:spPr>
          <a:xfrm>
            <a:off x="10530837" y="4990126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{score3}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3955B4-3A5F-53AD-FFB3-BBE476A88984}"/>
              </a:ext>
            </a:extLst>
          </p:cNvPr>
          <p:cNvSpPr/>
          <p:nvPr/>
        </p:nvSpPr>
        <p:spPr>
          <a:xfrm>
            <a:off x="455055" y="3365993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98D24E-EC02-9C53-BBD0-2C3EB91DF7D6}"/>
              </a:ext>
            </a:extLst>
          </p:cNvPr>
          <p:cNvSpPr/>
          <p:nvPr/>
        </p:nvSpPr>
        <p:spPr>
          <a:xfrm>
            <a:off x="455055" y="3365993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{song2}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034D78C-CC60-A598-F687-E03601981BFE}"/>
              </a:ext>
            </a:extLst>
          </p:cNvPr>
          <p:cNvSpPr/>
          <p:nvPr/>
        </p:nvSpPr>
        <p:spPr>
          <a:xfrm>
            <a:off x="455055" y="3365993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{judge2}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F19B488-FCCD-254D-D966-1E6C8040E197}"/>
              </a:ext>
            </a:extLst>
          </p:cNvPr>
          <p:cNvSpPr/>
          <p:nvPr/>
        </p:nvSpPr>
        <p:spPr>
          <a:xfrm>
            <a:off x="10530838" y="3365993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{score2}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EC04B7-39A3-A80D-F83C-0911A5E91CB1}"/>
              </a:ext>
            </a:extLst>
          </p:cNvPr>
          <p:cNvSpPr/>
          <p:nvPr/>
        </p:nvSpPr>
        <p:spPr>
          <a:xfrm>
            <a:off x="621027" y="2167890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{review1}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B6173B-2AAB-22B0-A732-5D0DA1260451}"/>
              </a:ext>
            </a:extLst>
          </p:cNvPr>
          <p:cNvSpPr/>
          <p:nvPr/>
        </p:nvSpPr>
        <p:spPr>
          <a:xfrm>
            <a:off x="621027" y="3792023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{review2}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C1D129-10D4-11EE-B99F-A82663195473}"/>
              </a:ext>
            </a:extLst>
          </p:cNvPr>
          <p:cNvSpPr/>
          <p:nvPr/>
        </p:nvSpPr>
        <p:spPr>
          <a:xfrm>
            <a:off x="621027" y="5416156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{review3}</a:t>
            </a:r>
          </a:p>
        </p:txBody>
      </p:sp>
    </p:spTree>
    <p:extLst>
      <p:ext uri="{BB962C8B-B14F-4D97-AF65-F5344CB8AC3E}">
        <p14:creationId xmlns:p14="http://schemas.microsoft.com/office/powerpoint/2010/main" val="3806304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45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Flavio Huamán</dc:creator>
  <cp:lastModifiedBy>Flavio Angello</cp:lastModifiedBy>
  <cp:revision>7</cp:revision>
  <dcterms:created xsi:type="dcterms:W3CDTF">2024-05-31T01:13:48Z</dcterms:created>
  <dcterms:modified xsi:type="dcterms:W3CDTF">2026-07-21T05:18:45Z</dcterms:modified>
</cp:coreProperties>
</file>