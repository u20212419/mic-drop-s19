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{review4}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5D8349-91B9-8792-A749-A5A6D7A07A17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6B1FB-704A-AEC6-BA5F-030108891A32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>
                <a:solidFill>
                  <a:schemeClr val="bg1"/>
                </a:solidFill>
              </a:rPr>
              <a:t>{avatar}</a:t>
            </a:r>
          </a:p>
        </p:txBody>
      </p:sp>
    </p:spTree>
    <p:extLst>
      <p:ext uri="{BB962C8B-B14F-4D97-AF65-F5344CB8AC3E}">
        <p14:creationId xmlns:p14="http://schemas.microsoft.com/office/powerpoint/2010/main" val="322303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10</cp:revision>
  <dcterms:created xsi:type="dcterms:W3CDTF">2024-05-31T01:13:48Z</dcterms:created>
  <dcterms:modified xsi:type="dcterms:W3CDTF">2026-07-25T21:13:05Z</dcterms:modified>
</cp:coreProperties>
</file>